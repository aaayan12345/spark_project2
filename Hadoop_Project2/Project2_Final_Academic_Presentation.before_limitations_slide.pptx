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ta_selection_pipeline_imagegen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qwen_lora_workflow_imagegen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777240" y="1097280"/>
            <a:ext cx="10424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3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2 Report</a:t>
            </a:r>
            <a:endParaRPr lang="en-US" sz="3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777240" y="1901952"/>
            <a:ext cx="10424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 System and LLM Startup Business Plan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77240" y="2514600"/>
            <a:ext cx="10424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Zhang Yan   12313327</a:t>
            </a:r>
            <a:endParaRPr lang="en-US" sz="16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05740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Q1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70916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Q2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Startup Plan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36092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System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Architecture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02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Scope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Overview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complete path from model training to product design.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Q1 Technical Prototype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DataMind-12K selection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Qwen3.5-0.8B LoRA tuning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Gradio Web Demo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Q2 Business Plan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startup idea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SME data analysis SaaS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Pricing, GTM and risks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Industrial Architecture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LLM engine and sandbox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Async queue for heavy jobs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Storage and monitoring layer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03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 Pipeline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Q1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technical workflow implemented in the project.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59436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1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Selection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274320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2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ChatML Data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489204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3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LoRA Training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04088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4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Adapter Export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8972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5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Web Demo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cxnSp>
        <p:nvCxnSpPr>
          <p:cNvPr id="11" name="Line 11"/>
          <p:cNvCxnSpPr/>
          <p:nvPr/>
        </p:nvCxnSpPr>
        <p:spPr>
          <a:xfrm>
            <a:off x="242316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572000" y="2212848"/>
            <a:ext cx="320039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2084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86968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914400" y="3749039"/>
            <a:ext cx="329184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DataMind-12K multi-turn analysis trajectories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526280" y="3749039"/>
            <a:ext cx="329184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Training Objective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Improve instruction following for data analysis tasks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8138160" y="3749039"/>
            <a:ext cx="274320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Output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 local assistant with file upload and code execution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Microsoft YaHei"/>
              </a:rPr>
              <a:t>04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Microsoft YaHei"/>
              </a:rPr>
              <a:t>Data Selection Pipeline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Microsoft YaHei"/>
              </a:rPr>
              <a:t>Method</a:t>
            </a: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Microsoft YaHei"/>
              </a:rPr>
              <a:t>Quality filtering followed by diversity-aware sample selection.</a:t>
            </a:r>
          </a:p>
        </p:txBody>
      </p:sp>
      <p:pic>
        <p:nvPicPr>
          <p:cNvPr id="6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784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960120" y="5806440"/>
            <a:ext cx="10287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ctr"/>
            <a:r>
              <a:rPr lang="en-US" sz="1200">
                <a:solidFill>
                  <a:srgbClr val="4B5563"/>
                </a:solidFill>
                <a:latin typeface="Aptos"/>
                <a:ea typeface="Microsoft YaHei"/>
              </a:rPr>
              <a:t>The selected subset is designed to preserve both sample quality and task diversity.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Microsoft YaHei"/>
              </a:rPr>
              <a:t>05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Microsoft YaHei"/>
              </a:rPr>
              <a:t>Qwen LoRA Fine-tuning Workflow</a:t>
            </a: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Microsoft YaHei"/>
              </a:rPr>
              <a:t>Training</a:t>
            </a: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Microsoft YaHei"/>
              </a:rPr>
              <a:t>The model is adapted with LoRA and deployed through the Gradio demo.</a:t>
            </a:r>
          </a:p>
        </p:txBody>
      </p:sp>
      <p:pic>
        <p:nvPicPr>
          <p:cNvPr id="6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784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960120" y="5806440"/>
            <a:ext cx="10287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5000" rIns="115000" tIns="65000" bIns="65000"/>
          <a:lstStyle/>
          <a:p>
            <a:pPr algn="ctr"/>
            <a:r>
              <a:rPr lang="en-US" sz="1200">
                <a:solidFill>
                  <a:srgbClr val="4B5563"/>
                </a:solidFill>
                <a:latin typeface="Aptos"/>
                <a:ea typeface="Microsoft YaHei"/>
              </a:rPr>
              <a:t>The workflow links ChatML data, Ray Train, LoRA adapter checkpoint and the final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06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Web Demo: Model and Data Upload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demo runs locally with CUDA and LoRA loaded.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349240" cy="333756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5166360" cy="333756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8" name="Shape 8"/>
          <p:cNvSpPr/>
          <p:nvPr/>
        </p:nvSpPr>
        <p:spPr>
          <a:xfrm>
            <a:off x="914400" y="5349240"/>
            <a:ext cx="4846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Model loaded, Val Loss displayed, CUDA device active.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583680" y="5349240"/>
            <a:ext cx="46634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CSV upload shows file metadata and first 10-row preview.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07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Natural-language Analysis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user asks a business question and receives an analysis answer.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1005840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1097280" y="5669280"/>
            <a:ext cx="9966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4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This demonstrates context-aware data analysis using the uploaded dataset summary.</a:t>
            </a:r>
            <a:endParaRPr lang="en-US" sz="14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08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Code Runner and Plot Output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Generated code is extracted, executed and visualized.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3492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8" name="Shape 8"/>
          <p:cNvSpPr/>
          <p:nvPr/>
        </p:nvSpPr>
        <p:spPr>
          <a:xfrm>
            <a:off x="868680" y="571500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Code block extraction from assistant response.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446520" y="5715000"/>
            <a:ext cx="48920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Execution result with stdout and matplotlib chart.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09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Deployment and Debugging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Engineering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project was adapted from Linux to Windows local deployment.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822960" y="1554480"/>
            <a:ext cx="32918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Environment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local Qwen model path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PyTorch / CUDA compatibility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transformers version update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434840" y="1554480"/>
            <a:ext cx="32918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Code Runner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Markdown and XML code tags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dedent indentation cleanup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pre-loaded df variable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046720" y="1554480"/>
            <a:ext cx="28346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UI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streaming output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image file return for gr.Image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system prompt refinement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97280" y="4251960"/>
            <a:ext cx="9966960" cy="6858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Engineering lesson: a Data Agent is not only model training; it also requires robust paths, dependencies, UI behavior and execution safety.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10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Startup Plan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Q2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commercial extension of the Q1 Data Agent prototype.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Problem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SMEs have sales, marketing and operation data, but no dedicated data team.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Solution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An AI data analyst that turns uploaded data into code, charts and reports.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Beachhead Market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Small e-commerce and digital marketing teams with frequent reporting needs.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11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 Model and Differentiation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Business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focused SaaS product between generic AI chat and enterprise BI.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417320"/>
            <a:ext cx="2057400" cy="310896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Free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limited upload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limited messages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297180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Starter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$19 / month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CSV analysis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521208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Team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$49 / user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workspaces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45236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$299+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connectors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692640" y="1417320"/>
            <a:ext cx="18288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A86622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Services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500"/>
          </a:p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custom setup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templates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960120" y="5257800"/>
            <a:ext cx="10241280" cy="5029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Differentiation: SME workflow, transparent code, reusable reports and low setup cost.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12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Industrial System Architecture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Architecture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Hot path for online requests; cold path for expensive AI jobs.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11018520" cy="50749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13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Contributions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Conclusion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project connects technical implementation, business design and system architecture.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45920"/>
            <a:ext cx="3246120" cy="3200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Technical Outcome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non-random data selection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LoRA fine-tuning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local Data Agent demo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645920"/>
            <a:ext cx="3246120" cy="3200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 Outcome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plan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competitor analysis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pricing and GTM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645920"/>
            <a:ext cx="3246120" cy="3200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Architecture Outcome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100,000-level concurrency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LLM engine and sandbox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monitoring and reliability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97280" y="5577840"/>
            <a:ext cx="9966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endParaRPr lang="en-US" sz="12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111111"/>
      </a:dk1>
      <a:lt1>
        <a:srgbClr val="FFFFFF"/>
      </a:lt1>
      <a:dk2>
        <a:srgbClr val="4B5563"/>
      </a:dk2>
      <a:lt2>
        <a:srgbClr val="F7F7F7"/>
      </a:lt2>
      <a:accent1>
        <a:srgbClr val="2F5F8F"/>
      </a:accent1>
      <a:accent2>
        <a:srgbClr val="1F7A75"/>
      </a:accent2>
      <a:accent3>
        <a:srgbClr val="3F7D58"/>
      </a:accent3>
      <a:accent4>
        <a:srgbClr val="A86622"/>
      </a:accent4>
      <a:accent5>
        <a:srgbClr val="9A2F2F"/>
      </a:accent5>
      <a:accent6>
        <a:srgbClr val="C9CED6"/>
      </a:accent6>
      <a:hlink>
        <a:srgbClr val="2F5F8F"/>
      </a:hlink>
      <a:folHlink>
        <a:srgbClr val="FFFFFF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cademic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3688</Words>
  <Application>WPS 演示</Application>
  <PresentationFormat/>
  <Paragraphs>285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Academic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yh</cp:lastModifiedBy>
  <cp:revision>1</cp:revision>
  <dcterms:created xsi:type="dcterms:W3CDTF">2026-06-02T14:04:04Z</dcterms:created>
  <dcterms:modified xsi:type="dcterms:W3CDTF">2026-06-02T14:04:04Z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14A796559A984213984822D7DFB403AF_12</vt:lpwstr>
  </property>
  <property fmtid="{D5CDD505-2E9C-101B-9397-08002B2CF9AE}" pid="3" name="KSOProductBuildVer">
    <vt:lpwstr>2052-12.1.0.21915</vt:lpwstr>
  </property>
</Properties>
</file>